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6"/>
          </a:solidFill>
          <a:ln w="12700">
            <a:solidFill>
              <a:srgbClr val="1720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1732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前端工作流实现逻辑分享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FEF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从经验判断到可复用调度系统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907792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24464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994660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front-workflow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057400" y="2907792"/>
            <a:ext cx="987552" cy="310896"/>
          </a:xfrm>
          <a:prstGeom prst="roundRect">
            <a:avLst>
              <a:gd name="adj" fmla="val 17647"/>
            </a:avLst>
          </a:prstGeom>
          <a:solidFill>
            <a:srgbClr val="24464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299466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场景调度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3182112" y="2907792"/>
            <a:ext cx="987552" cy="310896"/>
          </a:xfrm>
          <a:prstGeom prst="roundRect">
            <a:avLst>
              <a:gd name="adj" fmla="val 17647"/>
            </a:avLst>
          </a:prstGeom>
          <a:solidFill>
            <a:srgbClr val="24464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99466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断点恢复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306824" y="2907792"/>
            <a:ext cx="987552" cy="310896"/>
          </a:xfrm>
          <a:prstGeom prst="roundRect">
            <a:avLst>
              <a:gd name="adj" fmla="val 17647"/>
            </a:avLst>
          </a:prstGeom>
          <a:solidFill>
            <a:srgbClr val="24464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99466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自我沉淀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7360920" y="914400"/>
            <a:ext cx="4069080" cy="443484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470648" y="1024128"/>
            <a:ext cx="3849624" cy="4215384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296722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53528" y="3241548"/>
            <a:ext cx="3483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建议补充：团队工作流、项目结构或真实协作截图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685800" y="617220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工程分享版 · 12 页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背景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为什么需要前端工作流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46634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同一句需求背后可能隐藏页面、接口、状态流、发布和监控判断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靠临场经验容易漏掉场景归属、专项验收和人工待验项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复杂任务会被中断、折叠或续跑，需要稳定记录执行状态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踩过的规则如果不沉淀，下次还会重复判断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4754880" cy="352044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510528" y="1527048"/>
            <a:ext cx="4535424" cy="3300984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30129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93408" y="3287268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建议补充：需求流转或问题收集截图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4663440" cy="914400"/>
          </a:xfrm>
          <a:prstGeom prst="rect">
            <a:avLst/>
          </a:prstGeom>
          <a:solidFill>
            <a:srgbClr val="EEF6F5"/>
          </a:solidFill>
          <a:ln w="12700">
            <a:solidFill>
              <a:srgbClr val="CFE4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49884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目标：把隐性判断显式化，把经验路径流程化，把交付质量稳定化。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92840" y="64556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架构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整体架构：主编排 + 子模块执行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201168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172026"/>
          </a:solidFill>
          <a:ln w="12700">
            <a:solidFill>
              <a:srgbClr val="1720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3480" y="22585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front-workflow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21808" y="2578608"/>
            <a:ext cx="1508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EF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需求决策器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81328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16642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业务子 skill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1088136" y="2011680"/>
            <a:ext cx="217627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接口映射 / 进件 / 首复贷 / 后台 / 官网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777240" y="3977640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7764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" y="41605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验收出口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1088136" y="4507992"/>
            <a:ext cx="217627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focused / full / release + 专项验收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8503920" y="1481328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481328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14816" y="16642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元能力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814816" y="2011680"/>
            <a:ext cx="217627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规格化 / 编排审查 / 回归评估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8503920" y="3977640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397764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14816" y="41605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自我沉淀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8814816" y="4507992"/>
            <a:ext cx="217627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/ 归属 / 修改 / 校验 / 交付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3840480" y="3154680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主工作流只做调度判断，执行细节交给对应模块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86200" y="3794760"/>
            <a:ext cx="4389120" cy="123444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995928" y="3904488"/>
            <a:ext cx="4169664" cy="1014984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42473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78808" y="4521708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可替换为真实架构图或模块依赖图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11292840" y="64556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执行链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核心执行链：从需求到交付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2880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CF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99339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06197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52144" y="201168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读取证据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86384" y="2340864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用户输入、项目结构、路由、接口、设计图、checkpoint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2496312" y="2514600"/>
            <a:ext cx="274320" cy="9144"/>
          </a:xfrm>
          <a:prstGeom prst="line">
            <a:avLst/>
          </a:prstGeom>
          <a:noFill/>
          <a:ln w="1778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182880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CFE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2384" y="199339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206197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56432" y="201168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识别场景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90672" y="2340864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结合触发词和证据判断 A-J / K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4800600" y="2514600"/>
            <a:ext cx="274320" cy="9144"/>
          </a:xfrm>
          <a:prstGeom prst="line">
            <a:avLst/>
          </a:prstGeom>
          <a:noFill/>
          <a:ln w="1778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30368" y="182880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CFE4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76672" y="199339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206197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760720" y="201168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生成执行链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94960" y="2340864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必调、可选、跳过原因都显式记录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7104888" y="2514600"/>
            <a:ext cx="274320" cy="9144"/>
          </a:xfrm>
          <a:prstGeom prst="line">
            <a:avLst/>
          </a:prstGeom>
          <a:noFill/>
          <a:ln w="1778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34656" y="182880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CFE4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199339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206197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8065008" y="201168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只问阻塞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99248" y="2340864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能从代码推断就不问，高风险结论才确认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9409176" y="2514600"/>
            <a:ext cx="274320" cy="9144"/>
          </a:xfrm>
          <a:prstGeom prst="line">
            <a:avLst/>
          </a:prstGeom>
          <a:noFill/>
          <a:ln w="1778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38944" y="182880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CFE4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85248" y="199339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85248" y="206197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0369296" y="201168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交付沉淀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003536" y="2340864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统一验收出口，发现可复用规则后沉淀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1920240" y="4297680"/>
            <a:ext cx="8321040" cy="1024128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029968" y="4407408"/>
            <a:ext cx="8101584" cy="804672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46451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12848" y="4919472"/>
            <a:ext cx="7735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建议补充：一次真实任务从输入到交付的截图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11292840" y="64556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场景设计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场景设计：把自然语言变成可执行路径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36192"/>
            <a:ext cx="315468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36192"/>
            <a:ext cx="73152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53312" y="171907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业务责任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1042416" y="2066544"/>
            <a:ext cx="258775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这类需求属于哪个业务域？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区分进件、首复贷、后台、官网、发布、监控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4526280" y="1536192"/>
            <a:ext cx="315468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536192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48072" y="171907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执行差异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4837176" y="2066544"/>
            <a:ext cx="258775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它需要哪些不同动作？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决定调用哪个子 skill，哪些只是辅助输入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321040" y="1536192"/>
            <a:ext cx="315468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536192"/>
            <a:ext cx="73152" cy="1554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719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942832" y="171907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验收风险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631936" y="2066544"/>
            <a:ext cx="258775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它会带来哪些交付风险？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决定专项检查、人工待验和高风险确认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04672" y="3822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1874520" y="38130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不是按页面名拆，而是按“证据、执行链、验收重点”拆。让 AI 先做归类和调度，再做具体执行。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4370832"/>
            <a:ext cx="10789920" cy="86868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41248" y="4480560"/>
            <a:ext cx="10570464" cy="649224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64058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4128" y="4914900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建议补充：本团队业务域或场景拆分示意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11292840" y="64556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调度表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A-J/K 场景调度：稳定场景 + 兜底场景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24505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819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43584" y="16276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架构改造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447288" y="1417320"/>
            <a:ext cx="24505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5819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32504" y="16276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功能/API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36208" y="1417320"/>
            <a:ext cx="24505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819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21424" y="16276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首复贷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9025128" y="1417320"/>
            <a:ext cx="24505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5819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10344" y="16276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进件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58368" y="2468880"/>
            <a:ext cx="24505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6334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43584" y="267919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官网/协议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447288" y="2468880"/>
            <a:ext cx="24505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6334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32504" y="267919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设计图复原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236208" y="2468880"/>
            <a:ext cx="24505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6334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21424" y="267919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国家发布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9025128" y="2468880"/>
            <a:ext cx="24505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26334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10344" y="267919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自我更新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58368" y="3520440"/>
            <a:ext cx="24505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6850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43584" y="3730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3447288" y="3520440"/>
            <a:ext cx="245059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6850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32504" y="3730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飞书告警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236208" y="3520440"/>
            <a:ext cx="2450592" cy="713232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6850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21424" y="3730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未知/复合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914400" y="4645152"/>
            <a:ext cx="47548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4645152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25296" y="48280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为什么要有 K？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1225296" y="5175504"/>
            <a:ext cx="41879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真实需求不可能全被预设覆盖。K 先探索证据、列候选归属，再回落到最接近的子 skill。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400800" y="4315968"/>
            <a:ext cx="4480560" cy="123444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510528" y="4425696"/>
            <a:ext cx="4261104" cy="1014984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47685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93408" y="5042916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建议补充：K 兜底流程或真实复合需求案例截图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11292840" y="64556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Checkpoint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断点与上下文折叠：让长任务可恢复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320040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41732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6002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1060704" y="1947672"/>
            <a:ext cx="26334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长任务会被打断、折叠或自动化续跑；只依赖对话历史会丢失进度和判断依据。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749808" y="2971800"/>
            <a:ext cx="320040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971800"/>
            <a:ext cx="73152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31546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1060704" y="3502152"/>
            <a:ext cx="26334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.workflow-checkpoint.json 保存执行轨迹、事实、假设、置信度和跳过原因。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239572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55448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764024" y="1810512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当前场景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406640" y="1417320"/>
            <a:ext cx="239572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155448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completed_steps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7552944" y="1810512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完整轨迹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4617720" y="2359152"/>
            <a:ext cx="239572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2496312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last_completed_step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764024" y="2752344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快速恢复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7406640" y="2359152"/>
            <a:ext cx="239572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2496312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discovered_facts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7552944" y="2752344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4617720" y="3300984"/>
            <a:ext cx="239572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3438144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assumptions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4764024" y="3694176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默认假设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406640" y="3300984"/>
            <a:ext cx="239572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2944" y="3438144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skipped_skills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7552944" y="3694176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跳过原因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617720" y="4526280"/>
            <a:ext cx="5184648" cy="91440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727448" y="4636008"/>
            <a:ext cx="4965192" cy="694944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818888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0328" y="5093208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建议补充：checkpoint JSON 真实片段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11292840" y="64556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自我沉淀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自我沉淀机制：让工作流从项目经验里进化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3154680" cy="338328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86968" y="1847088"/>
            <a:ext cx="2935224" cy="3163824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26440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9848" y="3538728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建议补充：一次规则沉淀前后 diff 或评估截图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4572000" y="1536192"/>
            <a:ext cx="2514600" cy="932688"/>
          </a:xfrm>
          <a:prstGeom prst="roundRect">
            <a:avLst>
              <a:gd name="adj" fmla="val 4902"/>
            </a:avLst>
          </a:prstGeom>
          <a:solidFill>
            <a:srgbClr val="FFF7ED"/>
          </a:solidFill>
          <a:ln w="10160">
            <a:solidFill>
              <a:srgbClr val="CFE4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18304" y="1700784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6936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102352" y="171907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36592" y="2048256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重复修正 / 遗漏验收 / 新接口模式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7635240" y="1536192"/>
            <a:ext cx="25146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FE4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1544" y="1700784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81544" y="176936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8165592" y="171907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799832" y="2048256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主流程 / 子 skill / 验收 / 项目特例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4572000" y="2953512"/>
            <a:ext cx="25146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FE4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8304" y="3118104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318668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102352" y="313639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36592" y="3465576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只改对应位置，不塞回主流程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7635240" y="2953512"/>
            <a:ext cx="25146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FE4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1544" y="3118104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81544" y="318668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8165592" y="313639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99832" y="3465576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 / quick validate / 回归评估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4572000" y="4370832"/>
            <a:ext cx="25146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FE4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18304" y="4535424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460400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102352" y="455371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36592" y="4882896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说明沉淀内容、文件和结果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7635240" y="4526280"/>
            <a:ext cx="2514600" cy="685800"/>
          </a:xfrm>
          <a:prstGeom prst="rect">
            <a:avLst/>
          </a:prstGeom>
          <a:solidFill>
            <a:srgbClr val="172026"/>
          </a:solidFill>
          <a:ln w="12700">
            <a:solidFill>
              <a:srgbClr val="1720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82128" y="4773168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能学习，也知道什么不能学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92840" y="64556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验收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验收为什么独立：统一交付质量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30175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17373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focused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1088136" y="2084832"/>
            <a:ext cx="245059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小改、文案、样式、小交互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类型检查、构建、相关专项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0175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554480"/>
            <a:ext cx="73152" cy="1417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7373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791456" y="2084832"/>
            <a:ext cx="245059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默认业务开发、接口替换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完整检查 + 场景专项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8183880" y="1554480"/>
            <a:ext cx="30175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55448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17373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8494776" y="2084832"/>
            <a:ext cx="245059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准备发布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+ release-env + 人工待验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868680" y="3840480"/>
            <a:ext cx="53949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业务模块只负责实现，交付口统一归 h5-testing-checklist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首复贷、进件、后台、官网、飞书告警都有专项检查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WebView、键盘遮挡、原生桥接等不能伪装成自动通过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949440" y="3657600"/>
            <a:ext cx="3886200" cy="141732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059168" y="3767328"/>
            <a:ext cx="3666744" cy="1197864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42016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42048" y="4475988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建议补充：构建/验收命令或测试报告截图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11292840" y="64556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案例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典型案例：同样是需求，执行链完全不同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063240" cy="12161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73152" cy="1216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53312" y="16002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设计图复原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1042416" y="1947672"/>
            <a:ext cx="24963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 -&gt; restore -&gt; testing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063240" cy="12161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73152" cy="1216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600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56632" y="16002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首复贷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4745736" y="1947672"/>
            <a:ext cx="24963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mapping? -&gt; first-reloan -&gt; testing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063240" cy="12161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417320"/>
            <a:ext cx="73152" cy="1216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600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59952" y="16002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449056" y="1947672"/>
            <a:ext cx="24963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admin-flow -&gt; testing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731520" y="3246120"/>
            <a:ext cx="3063240" cy="12161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246120"/>
            <a:ext cx="73152" cy="1216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4290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53312" y="34290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未知需求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1042416" y="3776472"/>
            <a:ext cx="24963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探索 -&gt; 候选归属 -&gt; 回落执行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4434840" y="3246120"/>
            <a:ext cx="3063240" cy="121615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3246120"/>
            <a:ext cx="73152" cy="1216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4290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56632" y="34290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工作流更新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4745736" y="3776472"/>
            <a:ext cx="24963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spec? -&gt; self-improvement -&gt; evaluation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8138160" y="3694176"/>
            <a:ext cx="2971800" cy="132588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247888" y="3803904"/>
            <a:ext cx="2752344" cy="1106424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1925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30768" y="446684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建议补充：真实案例截图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11292840" y="64556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复用方法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如何复用到自己的团队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17320"/>
            <a:ext cx="30632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00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35024" y="16002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找主流程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1024128" y="1947672"/>
            <a:ext cx="24963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只回答类型、模块、交付出口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0632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41732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00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02352" y="16002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拆子模块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4791456" y="1947672"/>
            <a:ext cx="24963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按执行差异拆，不按页面名随意拆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47888" y="1417320"/>
            <a:ext cx="30632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141732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1600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869680" y="16002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建场景表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558784" y="1947672"/>
            <a:ext cx="24963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定义触发、证据、执行链和验收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713232" y="3017520"/>
            <a:ext cx="30632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01752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200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35024" y="32004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做兜底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1024128" y="3547872"/>
            <a:ext cx="24963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未知需求先探索，再回落到现有能力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4480560" y="3017520"/>
            <a:ext cx="30632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01752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200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02352" y="32004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统一验收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4791456" y="3547872"/>
            <a:ext cx="24963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把质量出口从业务模块抽出来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8247888" y="3017520"/>
            <a:ext cx="30632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301752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0768" y="3200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869680" y="32004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持续沉淀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8558784" y="3547872"/>
            <a:ext cx="24963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只沉淀可复用且归属清晰的规则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1143000" y="4800600"/>
            <a:ext cx="9875520" cy="82296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252728" y="4910328"/>
            <a:ext cx="9656064" cy="603504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5880" y="504748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35608" y="5321808"/>
            <a:ext cx="9290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建议补充：你们团队自己的场景表或模块拆分图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11292840" y="64556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总结：工作流不是提示词大全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13232" y="14813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FED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它是一套需求决策系统：证据优先、场景调度、断点恢复、自我沉淀、统一验收。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2487168"/>
            <a:ext cx="30175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87168"/>
            <a:ext cx="73152" cy="9326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26700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证据优先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1133856" y="3017520"/>
            <a:ext cx="24505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触发词只是辅助，项目证据才是判断依据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4480560" y="2487168"/>
            <a:ext cx="30175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487168"/>
            <a:ext cx="73152" cy="9326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26700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场景调度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4791456" y="3017520"/>
            <a:ext cx="24505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把自然语言需求落到可执行路径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8138160" y="2487168"/>
            <a:ext cx="30175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2487168"/>
            <a:ext cx="73152" cy="9326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26700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断点恢复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8449056" y="3017520"/>
            <a:ext cx="24505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checkpoint 抵抗中断和上下文折叠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822960" y="3813048"/>
            <a:ext cx="30175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813048"/>
            <a:ext cx="73152" cy="9326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39959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自我沉淀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1133856" y="4343400"/>
            <a:ext cx="24505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让经验变规则，但不乱学一次性事实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4480560" y="3813048"/>
            <a:ext cx="30175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813048"/>
            <a:ext cx="73152" cy="9326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39959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统一验收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4791456" y="4343400"/>
            <a:ext cx="24505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用公共出口稳定交付质量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8458200" y="749808"/>
            <a:ext cx="2926080" cy="132588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567928" y="859536"/>
            <a:ext cx="2706624" cy="1106424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12481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50808" y="152247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建议补充：团队合照或项目截图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713232" y="623620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参考文档：front-workflow / WORKFLOW-SHARING.md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前端工作流实现逻辑分享</dc:title>
  <dc:subject>前端工作流实现逻辑分享</dc:subject>
  <dc:creator>Codex</dc:creator>
  <cp:lastModifiedBy>Codex</cp:lastModifiedBy>
  <cp:revision>1</cp:revision>
  <dcterms:created xsi:type="dcterms:W3CDTF">2026-05-27T04:32:30Z</dcterms:created>
  <dcterms:modified xsi:type="dcterms:W3CDTF">2026-05-27T04:32:30Z</dcterms:modified>
</cp:coreProperties>
</file>